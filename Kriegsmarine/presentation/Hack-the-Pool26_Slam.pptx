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ee3bd4ee9572b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1ee3bd4ee9572b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1ee3bd4ee9572b49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1ee3bd4ee9572b49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1ee3bd4ee9572b49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1ee3bd4ee9572b49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1ee3bd4ee9572b49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1ee3bd4ee9572b49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1ee3bd4ee9572b49_8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1ee3bd4ee9572b49_8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anzferdinandsworld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nepalitimes.com/nepali-kukur-franz-praises-nepalis-shoots-their-animals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48200"/>
            <a:ext cx="85206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Hack-the-Pool 2026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“Cause of Death: Franz Ferdinand”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de" sz="1400">
                <a:solidFill>
                  <a:schemeClr val="dk1"/>
                </a:solidFill>
              </a:rPr>
            </a:br>
            <a:r>
              <a:rPr lang="de" sz="1400">
                <a:solidFill>
                  <a:schemeClr val="dk1"/>
                </a:solidFill>
              </a:rPr>
              <a:t>History remembers the hunter. We follow the hunted.</a:t>
            </a:r>
            <a:endParaRPr sz="3000"/>
          </a:p>
        </p:txBody>
      </p:sp>
      <p:sp>
        <p:nvSpPr>
          <p:cNvPr id="56" name="Google Shape;56;p13"/>
          <p:cNvSpPr txBox="1"/>
          <p:nvPr/>
        </p:nvSpPr>
        <p:spPr>
          <a:xfrm>
            <a:off x="130350" y="4297000"/>
            <a:ext cx="88833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Rebeka Erdő, Lisa Gollner, Leander Gussmann, Vasyl Holovachko, Simon Mayer, Caroline McKinley, Anna Puhr, Henje Richter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Main Steps of Data Creation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→ our basis: Oxygen Vault, Digitised Diary of Franz Ferdinand, Website about the Voyage (www.franzferdinandsworld.at)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 Narrative: Archduke Franz Ferdindands Voyage and Hunting trip 1892-93 on the ship “Kaiserin Elisabeth”, with a focus on the animals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de"/>
              <a:t>Data normalization and enrichment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 VS Code/Command Line + Claude Code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 using existing patterns for the creation of the categories (people, places, institutions)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→ features that connect the information within the vault and the diary with the voyage and the hunting trips (vault, digitised diary and ranking lists and </a:t>
            </a:r>
            <a:r>
              <a:rPr lang="de" u="sng">
                <a:solidFill>
                  <a:schemeClr val="hlink"/>
                </a:solidFill>
                <a:hlinkClick r:id="rId3"/>
              </a:rPr>
              <a:t>website</a:t>
            </a:r>
            <a:r>
              <a:rPr lang="de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Result: 84 people, 137 places on 94 distinct coordinate points, 17 animals/animal groups that were sent back to vienna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Data Flow Diagram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Interface Workflow + Diagram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Storyline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964400"/>
            <a:ext cx="8520600" cy="4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/>
              <a:t>Between 1892 and 1893, Archduke Franz Ferdinand shipped around the world. Hunting was a defining part of his voyage, with thousands of animals reportedly killed along the way.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 sz="1500"/>
            </a:br>
            <a:r>
              <a:rPr lang="de" sz="1600"/>
              <a:t>Among them was Siriska, the tiger recorded as his first tiger kill on the expedition.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/>
              <a:t>With her story as a starting point, we offer a different way into the journey: not through the hunter’s achievements, but through the animals that became part of his archive.</a:t>
            </a:r>
            <a:endParaRPr sz="1900"/>
          </a:p>
        </p:txBody>
      </p:sp>
      <p:pic>
        <p:nvPicPr>
          <p:cNvPr id="81" name="Google Shape;81;p17" title="FF__Elefant_Tiger__Nepal_Katni-2.jpeg"/>
          <p:cNvPicPr preferRelativeResize="0"/>
          <p:nvPr/>
        </p:nvPicPr>
        <p:blipFill rotWithShape="1">
          <a:blip r:embed="rId3">
            <a:alphaModFix/>
          </a:blip>
          <a:srcRect b="0" l="25311" r="25118" t="0"/>
          <a:stretch/>
        </p:blipFill>
        <p:spPr>
          <a:xfrm>
            <a:off x="163278" y="2305324"/>
            <a:ext cx="2055979" cy="15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FF__Pferde_Australien_Narramine.jpeg"/>
          <p:cNvPicPr preferRelativeResize="0"/>
          <p:nvPr/>
        </p:nvPicPr>
        <p:blipFill rotWithShape="1">
          <a:blip r:embed="rId4">
            <a:alphaModFix/>
          </a:blip>
          <a:srcRect b="0" l="24844" r="24884" t="0"/>
          <a:stretch/>
        </p:blipFill>
        <p:spPr>
          <a:xfrm>
            <a:off x="4555710" y="2155713"/>
            <a:ext cx="2084227" cy="1517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FF_Gepard_Jeypore.jpeg"/>
          <p:cNvPicPr preferRelativeResize="0"/>
          <p:nvPr/>
        </p:nvPicPr>
        <p:blipFill rotWithShape="1">
          <a:blip r:embed="rId5">
            <a:alphaModFix/>
          </a:blip>
          <a:srcRect b="0" l="34688" r="13982" t="4807"/>
          <a:stretch/>
        </p:blipFill>
        <p:spPr>
          <a:xfrm>
            <a:off x="6733453" y="1694551"/>
            <a:ext cx="2239627" cy="151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FFMurrayPiri_Elefant_Sri_Lanka_Kalawela.jpeg"/>
          <p:cNvPicPr preferRelativeResize="0"/>
          <p:nvPr/>
        </p:nvPicPr>
        <p:blipFill rotWithShape="1">
          <a:blip r:embed="rId6">
            <a:alphaModFix/>
          </a:blip>
          <a:srcRect b="0" l="24840" r="24906" t="0"/>
          <a:stretch/>
        </p:blipFill>
        <p:spPr>
          <a:xfrm>
            <a:off x="2345366" y="1812424"/>
            <a:ext cx="2084232" cy="15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Storyline + </a:t>
            </a:r>
            <a:r>
              <a:rPr lang="de"/>
              <a:t>Link to </a:t>
            </a:r>
            <a:r>
              <a:rPr lang="de"/>
              <a:t>Live Demo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65275" y="3611175"/>
            <a:ext cx="85206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700"/>
              <a:t>“</a:t>
            </a:r>
            <a:r>
              <a:rPr i="1" lang="de" sz="1700"/>
              <a:t>The piles of dead animals the prince so proudly posed in front of were eventually to be mirrored in the millions of lives lost to the Great War: on June 28, 1914, 19-year-old Gavrilo Princip stepped up in front of the Archduke and shot him in the neck.”</a:t>
            </a:r>
            <a:endParaRPr i="1"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100" u="sng">
                <a:solidFill>
                  <a:schemeClr val="hlink"/>
                </a:solidFill>
                <a:hlinkClick r:id="rId3"/>
              </a:rPr>
              <a:t>https://nepalitimes.com/nepali-kukur-franz-praises-nepalis-shoots-their-animals</a:t>
            </a:r>
            <a:endParaRPr sz="1700"/>
          </a:p>
        </p:txBody>
      </p:sp>
      <p:pic>
        <p:nvPicPr>
          <p:cNvPr id="91" name="Google Shape;91;p18" title="Siriska_VF_1445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899" y="857251"/>
            <a:ext cx="3308650" cy="25717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52450" y="1299827"/>
            <a:ext cx="41982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2"/>
                </a:solidFill>
              </a:rPr>
              <a:t>Siriska’s story does not end with the hunt.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600">
                <a:solidFill>
                  <a:schemeClr val="dk2"/>
                </a:solidFill>
              </a:rPr>
              <a:t>By connecting diary entries with photographs, newspaper reports, and collection records, you can investigate how these hunts were recorded, perceived, and remembered.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